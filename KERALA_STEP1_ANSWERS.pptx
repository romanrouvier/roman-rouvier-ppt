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051"/>
          </a:xfrm>
          <a:prstGeom prst="rect">
            <a:avLst/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82501" cy="482501"/>
          </a:xfrm>
          <a:prstGeom prst="roundRect">
            <a:avLst>
              <a:gd name="adj" fmla="val 189513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165" y="369838"/>
            <a:ext cx="140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402" y="336500"/>
            <a:ext cx="21273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82280" y="403175"/>
            <a:ext cx="2385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Drop-Shipping · Est. January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38051"/>
            <a:ext cx="8229600" cy="3949898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8351" y="1598712"/>
            <a:ext cx="2667298" cy="234851"/>
          </a:xfrm>
          <a:prstGeom prst="roundRect">
            <a:avLst>
              <a:gd name="adj" fmla="val 10815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18892" y="1649462"/>
            <a:ext cx="230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ANALYSIS — 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70973" y="2036713"/>
            <a:ext cx="600205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 Analysis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86121" y="2474863"/>
            <a:ext cx="53716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Supply Chain Mapping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91000" y="3065413"/>
            <a:ext cx="762000" cy="3810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4653" y="3357414"/>
            <a:ext cx="64345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brand strengths &amp; weaknesses · Mapping the current logistics workflow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537" y="3741539"/>
            <a:ext cx="2479179" cy="285750"/>
          </a:xfrm>
          <a:prstGeom prst="roundRect">
            <a:avLst>
              <a:gd name="adj" fmla="val 88889"/>
            </a:avLst>
          </a:prstGeom>
          <a:solidFill>
            <a:srgbClr val="E8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32137" y="3817739"/>
            <a:ext cx="2062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· Furniture · Tea · Jewels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87516" y="3741539"/>
            <a:ext cx="2152799" cy="285750"/>
          </a:xfrm>
          <a:prstGeom prst="roundRect">
            <a:avLst>
              <a:gd name="adj" fmla="val 88889"/>
            </a:avLst>
          </a:prstGeom>
          <a:solidFill>
            <a:srgbClr val="E8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16116" y="3817739"/>
            <a:ext cx="17295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Drop-shipping · 1 Supplier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14300"/>
            <a:ext cx="1574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27600" y="114300"/>
            <a:ext cx="3460849" cy="200025"/>
          </a:xfrm>
          <a:prstGeom prst="roundRect">
            <a:avLst>
              <a:gd name="adj" fmla="val 12698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0000" y="152400"/>
            <a:ext cx="3219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Strengths &amp; Weaknesses from Customer Reviews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04800" y="581025"/>
            <a:ext cx="4178350" cy="441007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604837"/>
            <a:ext cx="4178350" cy="0"/>
          </a:xfrm>
          <a:prstGeom prst="line">
            <a:avLst/>
          </a:prstGeom>
          <a:noFill/>
          <a:ln w="47625">
            <a:solidFill>
              <a:srgbClr val="196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501" y="755600"/>
            <a:ext cx="3899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01" y="107617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551" y="1038076"/>
            <a:ext cx="29154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product craftsmanship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551" y="1171426"/>
            <a:ext cx="29154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"Outstanding wood quality, beautiful finish, incredibly solid"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2501" y="140315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551" y="1365052"/>
            <a:ext cx="28809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product pricing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551" y="1498402"/>
            <a:ext cx="28809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nightstand price is good" — value for the quality level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2501" y="173012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551" y="1692027"/>
            <a:ext cx="355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Diverse, high-quality product range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7551" y="1825377"/>
            <a:ext cx="35567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"Decorative items and premium Indian tea — all exceeded expectations"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2501" y="20571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551" y="2019002"/>
            <a:ext cx="2877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Indian identity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551" y="2152352"/>
            <a:ext cx="28779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Carved teak furniture, textiles, teas — strong differentiator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2501" y="23840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7551" y="2345978"/>
            <a:ext cx="2643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repurchase intent despite issues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551" y="2479328"/>
            <a:ext cx="2643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"Quality makes it worth considering future purchases"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0850" y="581025"/>
            <a:ext cx="4178350" cy="441007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0850" y="604837"/>
            <a:ext cx="4178350" cy="0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551" y="755600"/>
            <a:ext cx="3899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WEAKNESSES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8551" y="107617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3602" y="1038076"/>
            <a:ext cx="257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Excessively high shipping costs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03602" y="1171426"/>
            <a:ext cx="25755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"Surprisingly high fee" — mentioned by all reviewers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38551" y="140315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03602" y="1365052"/>
            <a:ext cx="3326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delivery (9–10 days)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03602" y="1498402"/>
            <a:ext cx="33266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"Expected express shipping for those costs" — frustrating mismatch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38551" y="173012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03602" y="1692027"/>
            <a:ext cx="371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shipment tracking &amp; communication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03602" y="1825377"/>
            <a:ext cx="3718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"Better communication regarding shipment status" — customers in the dark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38551" y="20571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03602" y="2019002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Non-competitive logistics vs. the market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03602" y="2152352"/>
            <a:ext cx="34717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"Many stores offer similar products with lower fees and faster delivery"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8551" y="23840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03602" y="2345978"/>
            <a:ext cx="3026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Single-supplier dependency (operational risk)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03602" y="2479328"/>
            <a:ext cx="3026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supplier only — any disruption halts all 4 product categories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63451"/>
          </a:xfrm>
          <a:prstGeom prst="rect">
            <a:avLst/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31713"/>
            <a:ext cx="1574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45148" y="126950"/>
            <a:ext cx="4743301" cy="209550"/>
          </a:xfrm>
          <a:prstGeom prst="roundRect">
            <a:avLst>
              <a:gd name="adj" fmla="val 121212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22849" y="165050"/>
            <a:ext cx="44756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— Current Workflow &amp; Product Flow (Color-Coded by Actor)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3901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602" y="601414"/>
            <a:ext cx="6167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63241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40941" y="601414"/>
            <a:ext cx="7975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(India)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49835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27536" y="601414"/>
            <a:ext cx="15437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Forwarder / Integrator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67919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45620" y="601414"/>
            <a:ext cx="9399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Trucking Company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94114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71815" y="601414"/>
            <a:ext cx="8106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Customs Broker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93507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1208" y="601414"/>
            <a:ext cx="7913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Airline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74000" y="59040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51700" y="601414"/>
            <a:ext cx="491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3901" y="793552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5402" y="8443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5327" y="893415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4752" y="883890"/>
            <a:ext cx="27376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places order on Kerala Shop website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1355" y="1148953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3901" y="1291084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5402" y="134183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5327" y="1390948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4752" y="1381423"/>
            <a:ext cx="26494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 sends order to Supplier by email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1355" y="1646486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3901" y="1788616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5402" y="183936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5327" y="188848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4752" y="1878955"/>
            <a:ext cx="2550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prepares, packs &amp; labels the order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1355" y="2144018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3901" y="2286149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5402" y="233689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25327" y="2386013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4752" y="2376488"/>
            <a:ext cx="31415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contacts Freight Forwarder (FedEx/UPS/DHL)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1355" y="2641550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3901" y="2783681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5402" y="283443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25327" y="2883545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4752" y="2874020"/>
            <a:ext cx="27570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Forwarder/Integrator sends shipping quotation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1355" y="3139083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3901" y="3281214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55402" y="333196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25327" y="3381077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4752" y="3371552"/>
            <a:ext cx="3090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prepares Packing List &amp; Commercial Invoice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1355" y="3636615"/>
            <a:ext cx="433964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3901" y="3778746"/>
            <a:ext cx="4254550" cy="304651"/>
          </a:xfrm>
          <a:prstGeom prst="roundRect">
            <a:avLst>
              <a:gd name="adj" fmla="val 20844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55402" y="382949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25327" y="387861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34752" y="3869085"/>
            <a:ext cx="2665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Trucking company picks up package → airport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35401" y="793552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36902" y="8443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06827" y="893415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016252" y="883890"/>
            <a:ext cx="24666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Customs Broker makes Export Declaration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92854" y="1148953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35401" y="1291084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36902" y="134183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06827" y="1390948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016252" y="1381423"/>
            <a:ext cx="25044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scans package → airline warehouse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92854" y="1646486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35401" y="1788616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736902" y="183936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75402" y="1888480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016252" y="1878955"/>
            <a:ext cx="2809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consolidates lots → loads onto plane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592854" y="2144018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35401" y="2286149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736902" y="233689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775402" y="2386013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016252" y="2376488"/>
            <a:ext cx="16229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Waiting + flight to France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592854" y="2641550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635401" y="2783681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0F9E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736902" y="283443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775402" y="2883545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016252" y="2874020"/>
            <a:ext cx="27507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Arrival: airport agents discharge &amp; unpack lots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592854" y="3139083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635401" y="3281214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736902" y="333196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775402" y="3381077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016252" y="3371552"/>
            <a:ext cx="30707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 Customs Broker: Import Declaration + Duties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592854" y="3636615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635401" y="3778746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4736902" y="382949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775402" y="3878610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016252" y="3869085"/>
            <a:ext cx="18363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Shop pays import duties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592854" y="4134148"/>
            <a:ext cx="43397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635401" y="4276279"/>
            <a:ext cx="4254698" cy="304651"/>
          </a:xfrm>
          <a:prstGeom prst="roundRect">
            <a:avLst>
              <a:gd name="adj" fmla="val 20844"/>
            </a:avLst>
          </a:prstGeom>
          <a:solidFill>
            <a:srgbClr val="196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736902" y="43270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775402" y="4376142"/>
            <a:ext cx="126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016252" y="4366617"/>
            <a:ext cx="27047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Trucking company delivers to final Customer 🏠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Kerala Shop — Business Analysis Step 1</dc:title>
  <dc:subject>PptxGenJS Presentation</dc:subject>
  <dc:creator>Roman Rouvier</dc:creator>
  <cp:lastModifiedBy>Roman Rouvier</cp:lastModifiedBy>
  <cp:revision>1</cp:revision>
  <dcterms:created xsi:type="dcterms:W3CDTF">2026-06-05T12:50:33Z</dcterms:created>
  <dcterms:modified xsi:type="dcterms:W3CDTF">2026-06-05T12:50:33Z</dcterms:modified>
</cp:coreProperties>
</file>